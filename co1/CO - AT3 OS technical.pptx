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Embedded System for Traffic Signal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Mukesh 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192524359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669A8-EDB4-87EA-77FC-0348F954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07911"/>
            <a:ext cx="8909816" cy="100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3214F-5FD8-3A28-9698-8CA44AA3A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C890D7-FCF5-B5A2-3CEC-3D04E0DBF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4BFA5D8-07D1-FB36-DD2C-9B90446F0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584" y="2004174"/>
            <a:ext cx="8589216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increases travel time and fuel consumption.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traffic management is inefficient.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signals must respond immediately to changing traffic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ensure safety and minimize delays.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Real-Time Operating System (RTOS) is required for predictable and timely execution.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931" y="274638"/>
            <a:ext cx="6391470" cy="1143000"/>
          </a:xfrm>
        </p:spPr>
        <p:txBody>
          <a:bodyPr>
            <a:normAutofit fontScale="90000"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OS Used and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6082"/>
            <a:ext cx="8229600" cy="4120081"/>
          </a:xfrm>
        </p:spPr>
        <p:txBody>
          <a:bodyPr/>
          <a:lstStyle/>
          <a:p>
            <a:pPr marL="0" indent="0">
              <a:buNone/>
              <a:defRPr sz="2200"/>
            </a:pPr>
            <a:r>
              <a:rPr dirty="0"/>
              <a:t>Real-Time Operating System (RTOS)</a:t>
            </a:r>
          </a:p>
          <a:p>
            <a:pPr marL="0" indent="0">
              <a:buNone/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eterministic response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Meets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deadlines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Multitasking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interrupt handling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reliability</a:t>
            </a:r>
          </a:p>
          <a:p>
            <a:pPr marL="0" indent="0">
              <a:buNone/>
              <a:defRPr sz="22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VxWorks, QNX,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RTLinux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BEBFE-B7E5-755F-9AB9-37164A6A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AF7BBF-0BAF-35D9-C1CF-47E4B2784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331" y="274638"/>
            <a:ext cx="6391392" cy="1143000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 and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  <a:defRPr sz="2200"/>
            </a:pPr>
            <a:r>
              <a:rPr lang="en-US" dirty="0"/>
              <a:t> Main </a:t>
            </a:r>
            <a:r>
              <a:rPr dirty="0"/>
              <a:t>Components:</a:t>
            </a:r>
          </a:p>
          <a:p>
            <a:pPr marL="0" indent="0">
              <a:buNone/>
              <a:defRPr sz="2200"/>
            </a:pPr>
            <a:r>
              <a:rPr dirty="0"/>
              <a:t>• Kernel</a:t>
            </a:r>
          </a:p>
          <a:p>
            <a:pPr marL="0" indent="0">
              <a:buNone/>
              <a:defRPr sz="2200"/>
            </a:pPr>
            <a:r>
              <a:rPr dirty="0"/>
              <a:t>• Task Scheduler</a:t>
            </a:r>
          </a:p>
          <a:p>
            <a:pPr marL="0" indent="0">
              <a:buNone/>
              <a:defRPr sz="2200"/>
            </a:pPr>
            <a:r>
              <a:rPr dirty="0"/>
              <a:t>• Task Management</a:t>
            </a:r>
          </a:p>
          <a:p>
            <a:pPr marL="0" indent="0">
              <a:buNone/>
              <a:defRPr sz="2200"/>
            </a:pPr>
            <a:r>
              <a:rPr dirty="0"/>
              <a:t>• Memory Management</a:t>
            </a:r>
          </a:p>
          <a:p>
            <a:pPr marL="0" indent="0">
              <a:buNone/>
              <a:defRPr sz="2200"/>
            </a:pPr>
            <a:r>
              <a:rPr dirty="0"/>
              <a:t>• Interrupt Handler</a:t>
            </a:r>
          </a:p>
          <a:p>
            <a:pPr marL="0" indent="0">
              <a:buNone/>
              <a:defRPr sz="2200"/>
            </a:pPr>
            <a:r>
              <a:rPr dirty="0"/>
              <a:t>• Device Drivers</a:t>
            </a:r>
          </a:p>
          <a:p>
            <a:pPr marL="0" indent="0">
              <a:buNone/>
              <a:defRPr sz="2200"/>
            </a:pPr>
            <a:r>
              <a:rPr dirty="0"/>
              <a:t>• Timer Management</a:t>
            </a:r>
          </a:p>
          <a:p>
            <a:pPr marL="0" indent="0">
              <a:buNone/>
              <a:defRPr sz="2200"/>
            </a:pPr>
            <a:r>
              <a:rPr dirty="0"/>
              <a:t>• I</a:t>
            </a:r>
            <a:r>
              <a:rPr lang="en-US" dirty="0"/>
              <a:t>nter-process communication (IPC)</a:t>
            </a:r>
            <a:endParaRPr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Architecture:</a:t>
            </a:r>
          </a:p>
          <a:p>
            <a:pPr marL="0" indent="0">
              <a:buNone/>
              <a:defRPr sz="2200"/>
            </a:pPr>
            <a:r>
              <a:rPr dirty="0"/>
              <a:t>Application → RTOS Kernel → Hardware Drivers → Sensors &amp; Traffic Lights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2657C-E0FC-4C85-706C-69C1597E2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4F1AF4-351E-6D89-5D6D-6F9D52113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723" y="185764"/>
            <a:ext cx="1236694" cy="1401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A0442-CFEF-00CD-0F23-4F9BC6BC6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9A3C26-A2DF-2C59-C0E8-3C52AFFF7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6ED095F-D16F-F5EA-D3F3-4AC766D6A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6612" y="2093959"/>
            <a:ext cx="7725747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 sensors detect traffic density.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sent to the RTOS.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Scheduler assigns priority to control tasks.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Timer determines signal duration.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lights switch accordingly.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vehicles receive higher priority.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33" y="1931437"/>
            <a:ext cx="8341567" cy="41947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Control: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Task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Delete Task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Suspend/Resume Task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Set Priority</a:t>
            </a:r>
          </a:p>
          <a:p>
            <a:pPr marL="0" indent="0">
              <a:buNone/>
              <a:defRPr sz="22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Timing: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Delay()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Sleep()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Timer Start()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Timer Stop()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Get System Time()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9B81E-1E8F-3177-5887-11AADF7E7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BE45EB-BF6E-FB92-4FFD-B426C32E8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 Scheduling</a:t>
            </a:r>
          </a:p>
          <a:p>
            <a:pPr marL="0" indent="0">
              <a:buNone/>
              <a:defRPr sz="22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Emergency Vehicle – Highest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Signal Control – High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Sensor Reading – Medium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Update – 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response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deadline miss</a:t>
            </a:r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CPU 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tilization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BAD1A-1066-AC17-0C30-3AF0F670D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614532-BC33-1EE5-4C96-0CC242A2C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83" y="2090057"/>
            <a:ext cx="8589217" cy="403610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Predictable response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reliability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multitasking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congestion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road safety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resource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4367B-23A2-DA63-7FDF-3ADC85128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7F5CDD-A85D-7898-5A8D-5E937E334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9976"/>
            <a:ext cx="8229600" cy="375618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signal timing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emergency clearance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waiting time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traffic flow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Lower fuel consumption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transportation efficiency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7998F-18A0-402B-EBED-537CEC8B3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464598-8A51-77D5-D172-9D890FEB2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>
              <a:lnSpc>
                <a:spcPct val="150000"/>
              </a:lnSpc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provides reliable and timely traffic signal control with efficient task scheduling.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guarantees real-time execution and timely task scheduling.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process management and timing functions improve traffic management.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enhances safety, reliability, and system performance.</a:t>
            </a:r>
          </a:p>
          <a:p>
            <a:pPr>
              <a:defRPr sz="2200"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5D1EA-ECC3-4E12-E0AF-1B768F372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19" y="185764"/>
            <a:ext cx="1401850" cy="1401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A778FE-EA6B-3FF6-7322-C54906A3A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" y="185764"/>
            <a:ext cx="1320748" cy="1320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378</Words>
  <Application>Microsoft Office PowerPoint</Application>
  <PresentationFormat>On-screen Show (4:3)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Real-Time Embedded System for Traffic Signal Control</vt:lpstr>
      <vt:lpstr>Problem Statement</vt:lpstr>
      <vt:lpstr>Type of OS Used and Justification</vt:lpstr>
      <vt:lpstr>OS Structure and Components</vt:lpstr>
      <vt:lpstr>Working of the System</vt:lpstr>
      <vt:lpstr>System Calls Used</vt:lpstr>
      <vt:lpstr>Process Scheduling</vt:lpstr>
      <vt:lpstr>Advantages</vt:lpstr>
      <vt:lpstr>Results &amp; Discussion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suresh29 kumar</cp:lastModifiedBy>
  <cp:revision>5</cp:revision>
  <dcterms:created xsi:type="dcterms:W3CDTF">2013-01-27T09:14:16Z</dcterms:created>
  <dcterms:modified xsi:type="dcterms:W3CDTF">2026-07-21T04:20:02Z</dcterms:modified>
  <cp:category/>
</cp:coreProperties>
</file>